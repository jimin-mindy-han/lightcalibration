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82" d="100"/>
          <a:sy n="82" d="100"/>
        </p:scale>
        <p:origin x="10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5C83EE-6B75-3DF9-5000-6DE7F2967F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4183BA4-C622-EEFB-D82B-901503B7BE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2CA621-5FCF-922D-4D59-D7DF1ACFC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CCCE85-2382-7D29-0699-F776358CF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7DDAD42-551B-4BE9-BA14-FDFC4F77E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9866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645C43-5B65-1E79-4C9E-6A7770FEE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7A339E-DDD3-1FDC-4A26-2F6BA0797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BF2A0C-115E-2024-4349-9892536BD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CDA558-4348-A94B-6793-2F1C1A1D1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E53786-4218-BA7A-86AA-019CC84EB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47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DD896-49FD-C799-F8AF-AE5AC33E1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0307FBC-B8E1-4734-A605-E17F7840AC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2DA2FF-83A8-4918-E8B1-205AAA01C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29F1E2-452E-4F9C-605B-19070F81E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58B2FB-7799-AED2-745F-1F98B88BE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0177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5C400E-2941-6A05-61C6-433B8FAD7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63F1EB-50F1-DB52-206E-A763FA44DD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E97A2E7-DB8B-EAAE-3477-7C2925BCB5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235232-9554-4CA2-61A3-CAC49D62C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9A066F-6CCB-1337-4A97-80C61B25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320D9B-DFEC-CC00-0CBC-53DFC6400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1246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295823-5E1C-00AA-BF93-F3DCBAA9B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64C83F2-6864-623F-3FBB-A62DB0EC6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001ABD3-822D-8FDD-807D-EBE6E83BCE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CA16F05-667D-B255-73CF-064C55B7CC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5803FB4-3BCF-0510-4DBE-B52AFA72F8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10B6467-AA97-941B-F286-86C276B949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45F4055-3843-4A55-2D53-E02D1A4E5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2E66D-0E04-6DF1-5D97-5CB8E4074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0305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50EA49-2C7B-039F-C0AB-F8A944C28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13063BE-759C-308D-8ABF-5F5177B9D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8DDE642-050B-8137-FB94-BF6E8149A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890C122-E1C5-1E1C-8300-452F3C65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1068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779824E-2040-E341-6966-7AA0CE467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1CD5217-7EC1-AE7E-BBA7-7004DBC56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FD8DED-948D-6A12-2560-A1E72044D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6583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7265CC-8516-ABFA-D2C5-F2191898F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0467F7-EAD3-4DB4-020E-7C9C4D229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FE88FC-0746-B4FD-41F9-8EAB93C64F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318826-F893-2254-E820-AB7E2343A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616F9D8-F531-33BA-3153-2DDA3E99A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2129E7D-5F52-3C3C-7628-D1F864171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540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878720-0BA9-F74E-14B9-A0EA6B201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46B1624-409B-D4B1-867E-8E22A4C675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A872419-7114-68C5-7BD9-EF83D0FEE9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E79B92-8850-47DA-D347-B09A86A1D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7E6731-2AFE-A66B-0BEE-A8EE02723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3111C8D-682C-BE24-079F-311725C67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16556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DC668-8C47-B8DD-5FD4-9544AF027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E72A0A-96C4-B802-A193-ED4F0AC7A9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477141-4240-F913-B71B-267A67C8D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D4463C-9557-491E-4072-1A66D6BEC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C5CF4E8-94F0-D7C8-60DB-12784290F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478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B4B69CC-6CC4-7998-8220-13F0A79850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5352C03-3406-2C41-F552-70C3DFB3A9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4FF73D-2C53-3DD6-D938-E12F16A78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DF837E-0BB5-3D1C-9EA6-A97B256FE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3DE442-43E6-7BFC-D564-DD65F5D70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3653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AF49C4A-8E01-B31A-D454-57F3A55C2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00E59C-B1B0-24A0-3107-A227BA0A6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965416-87AB-89A0-BE25-FD8E1C87B6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D09523-012A-4FD0-904B-354D5A41C033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EBCB46-C497-1A5C-DD57-51855898FD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28795C-2275-0C0B-A831-75BC995C5C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7409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38A6CE6-73E5-679F-0FC9-A10D56B01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15798" cy="393437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8098BE05-6589-907C-31AD-3944F39F2D16}"/>
              </a:ext>
            </a:extLst>
          </p:cNvPr>
          <p:cNvSpPr/>
          <p:nvPr/>
        </p:nvSpPr>
        <p:spPr>
          <a:xfrm>
            <a:off x="1553105" y="2517732"/>
            <a:ext cx="394570" cy="4008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B8DF1D90-4238-571B-9CB4-BD6AB8CF05DD}"/>
              </a:ext>
            </a:extLst>
          </p:cNvPr>
          <p:cNvCxnSpPr>
            <a:cxnSpLocks/>
          </p:cNvCxnSpPr>
          <p:nvPr/>
        </p:nvCxnSpPr>
        <p:spPr>
          <a:xfrm flipH="1">
            <a:off x="1750390" y="695195"/>
            <a:ext cx="5408235" cy="20229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그림 17">
            <a:extLst>
              <a:ext uri="{FF2B5EF4-FFF2-40B4-BE49-F238E27FC236}">
                <a16:creationId xmlns:a16="http://schemas.microsoft.com/office/drawing/2014/main" id="{8847BF4F-F00F-77E4-BDA8-D2ABD97C0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462" y="171738"/>
            <a:ext cx="6362538" cy="2546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5871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F36E9-C98E-1877-551F-566E2A676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5B665C3-20D8-DD93-A8DF-2CBE8EA83F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15798" cy="393437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FD8FD5C3-576F-A648-2F1E-259F965467C3}"/>
              </a:ext>
            </a:extLst>
          </p:cNvPr>
          <p:cNvSpPr/>
          <p:nvPr/>
        </p:nvSpPr>
        <p:spPr>
          <a:xfrm>
            <a:off x="2573976" y="2530258"/>
            <a:ext cx="394570" cy="4008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707C1572-4D8D-7B73-9CD4-02B6B6AF5779}"/>
              </a:ext>
            </a:extLst>
          </p:cNvPr>
          <p:cNvCxnSpPr>
            <a:cxnSpLocks/>
          </p:cNvCxnSpPr>
          <p:nvPr/>
        </p:nvCxnSpPr>
        <p:spPr>
          <a:xfrm flipH="1">
            <a:off x="2771261" y="707721"/>
            <a:ext cx="5408235" cy="20229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5013426D-3190-81BF-5ABA-B418E627B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996" y="370469"/>
            <a:ext cx="5790884" cy="2360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353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A43E-12FF-70A0-48C0-9D9F40BFF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9BE2682-AA3C-D6C7-84D8-09143BBC5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15798" cy="393437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5C4D0F1F-B75C-10FB-5957-5EAEA6F7072F}"/>
              </a:ext>
            </a:extLst>
          </p:cNvPr>
          <p:cNvSpPr/>
          <p:nvPr/>
        </p:nvSpPr>
        <p:spPr>
          <a:xfrm>
            <a:off x="3056229" y="2530258"/>
            <a:ext cx="394570" cy="4008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17E9ABBF-99F5-0123-9F1B-DCDB4AB654F0}"/>
              </a:ext>
            </a:extLst>
          </p:cNvPr>
          <p:cNvCxnSpPr>
            <a:cxnSpLocks/>
          </p:cNvCxnSpPr>
          <p:nvPr/>
        </p:nvCxnSpPr>
        <p:spPr>
          <a:xfrm flipH="1">
            <a:off x="3253514" y="707721"/>
            <a:ext cx="5408235" cy="20229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DC3D8FEA-4DBE-2D48-3ADC-EE211A813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465" y="148549"/>
            <a:ext cx="5715798" cy="2237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8139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C0B14-ABC1-D55F-F98F-02FA74532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8C911B6-5AB4-AC45-8362-9E3A27F55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15798" cy="393437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089178EC-E83F-898D-5016-6D76DC09C6CE}"/>
              </a:ext>
            </a:extLst>
          </p:cNvPr>
          <p:cNvSpPr/>
          <p:nvPr/>
        </p:nvSpPr>
        <p:spPr>
          <a:xfrm>
            <a:off x="3983155" y="2530258"/>
            <a:ext cx="394570" cy="4008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D7E6845F-44E3-5340-E3A7-00A5C992D36C}"/>
              </a:ext>
            </a:extLst>
          </p:cNvPr>
          <p:cNvCxnSpPr>
            <a:cxnSpLocks/>
          </p:cNvCxnSpPr>
          <p:nvPr/>
        </p:nvCxnSpPr>
        <p:spPr>
          <a:xfrm flipH="1">
            <a:off x="4180440" y="707721"/>
            <a:ext cx="5408235" cy="20229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F8F311D-48E7-3E9E-EC01-0C11F4BFDC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3440" y="247711"/>
            <a:ext cx="5715799" cy="2282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70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7E707-2048-B511-2482-2F7846869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1429414-84CA-9FEB-998D-570125BC3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15798" cy="393437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EB44C0B-0BBB-7A0E-DD9A-69CF8B190CA4}"/>
              </a:ext>
            </a:extLst>
          </p:cNvPr>
          <p:cNvSpPr/>
          <p:nvPr/>
        </p:nvSpPr>
        <p:spPr>
          <a:xfrm>
            <a:off x="1559369" y="1967187"/>
            <a:ext cx="394570" cy="4008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0C21EBE-00A4-C165-0C24-48FEE9A14CC3}"/>
              </a:ext>
            </a:extLst>
          </p:cNvPr>
          <p:cNvCxnSpPr>
            <a:cxnSpLocks/>
          </p:cNvCxnSpPr>
          <p:nvPr/>
        </p:nvCxnSpPr>
        <p:spPr>
          <a:xfrm flipH="1">
            <a:off x="1756654" y="958241"/>
            <a:ext cx="5383182" cy="120936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2F371E6E-D0E8-B1DE-8F4E-4E5EB461D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510" y="293075"/>
            <a:ext cx="6048792" cy="239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476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36CBB-325F-D828-744A-B95AD5A74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1F4BB87-B6CF-0D25-98C3-9C7D3C95A1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15798" cy="393437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377DA0B-A0C6-E24E-D919-362ED37856D3}"/>
              </a:ext>
            </a:extLst>
          </p:cNvPr>
          <p:cNvSpPr/>
          <p:nvPr/>
        </p:nvSpPr>
        <p:spPr>
          <a:xfrm>
            <a:off x="2085462" y="1967187"/>
            <a:ext cx="394570" cy="4008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C9CD2E3E-A5A1-3070-DFDC-33EBF704A10B}"/>
              </a:ext>
            </a:extLst>
          </p:cNvPr>
          <p:cNvCxnSpPr>
            <a:cxnSpLocks/>
          </p:cNvCxnSpPr>
          <p:nvPr/>
        </p:nvCxnSpPr>
        <p:spPr>
          <a:xfrm flipH="1">
            <a:off x="2282747" y="958241"/>
            <a:ext cx="5383182" cy="120936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D0D55832-51FD-D703-3E5D-C6E1CAA6A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919" y="230493"/>
            <a:ext cx="5588440" cy="2283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142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18BD8-C9E9-C846-336D-B5840EAA7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091AE7-82F0-F22C-ED61-50F71BBE82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15798" cy="393437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6BB35B2-FD2F-4303-85B2-0E2E7DED5B23}"/>
              </a:ext>
            </a:extLst>
          </p:cNvPr>
          <p:cNvSpPr/>
          <p:nvPr/>
        </p:nvSpPr>
        <p:spPr>
          <a:xfrm>
            <a:off x="2573977" y="2004765"/>
            <a:ext cx="394570" cy="4008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BF8E234-BE44-5F6B-105D-5A326779D24F}"/>
              </a:ext>
            </a:extLst>
          </p:cNvPr>
          <p:cNvCxnSpPr>
            <a:cxnSpLocks/>
          </p:cNvCxnSpPr>
          <p:nvPr/>
        </p:nvCxnSpPr>
        <p:spPr>
          <a:xfrm flipH="1">
            <a:off x="2771262" y="995819"/>
            <a:ext cx="5383182" cy="120936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4738DFF-73C2-8349-C1EF-3241B7C9DF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2051" y="269591"/>
            <a:ext cx="5481162" cy="2216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065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C834-58D4-C86F-FDFD-E0394045A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F542D8F1-5474-6BCA-EBA3-EF182BEABA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222" y="364625"/>
            <a:ext cx="10895556" cy="6128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95AF5D8-541C-DD72-4D1D-AD5070FAE588}"/>
              </a:ext>
            </a:extLst>
          </p:cNvPr>
          <p:cNvSpPr txBox="1"/>
          <p:nvPr/>
        </p:nvSpPr>
        <p:spPr>
          <a:xfrm>
            <a:off x="839244" y="6493375"/>
            <a:ext cx="69832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R: 255, G:0, B:0, Intensity: 255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6543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CC8AF-740A-7E09-7E4B-3F5B1DFFC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89FAA7B-CB06-6634-5A5A-B11D484C43CA}"/>
              </a:ext>
            </a:extLst>
          </p:cNvPr>
          <p:cNvSpPr txBox="1"/>
          <p:nvPr/>
        </p:nvSpPr>
        <p:spPr>
          <a:xfrm>
            <a:off x="338203" y="180257"/>
            <a:ext cx="6983260" cy="8863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1) </a:t>
            </a:r>
            <a:r>
              <a:rPr lang="ko-KR" altLang="en-US" sz="1200"/>
              <a:t>조명 조건 고정</a:t>
            </a:r>
            <a:r>
              <a:rPr lang="en-US" altLang="ko-KR" sz="1200"/>
              <a:t>(RGBWI) – Godox Physical light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Red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[255, 0, 0, 0, 85], [255, 0, 0, 0, 170], [255, 0, 0,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Green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[0, 255, 0, 0, 85], [0, 255, 0, 0, 170], [0, 255, 0,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Blue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[0, 0, 255, 0, 85], [0, 0, 255, 0, 170], [0, 0, 255,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Yellow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[128, 128, 0, 0, 85], [128, 128, 0, 0, 170], [128, 128, 0,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Cyan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[0, 128, 128, 0, 85], [0, 128, 128, 0, 170], [0, 128, 128,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Magenta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[128, 0, 128, 0, 85], [128, 0, 128, 0, 170], [128, 0, 128, 0, 255] 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White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[255, 255, 255, 0, 85], [255, 255, 255, 0, 170], [255, 255, 255,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Orange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[255, 128, 0, 0, 85], [255, 128, 0, 0, 170], [255, 128, 0,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Purple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[128, 0, 255, 0, 85], [128, 0, 255, 0, 170], [128, 0, 255,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Yellow-Green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ko-KR" altLang="ko-KR" sz="1200">
                <a:highlight>
                  <a:srgbClr val="FFFF00"/>
                </a:highlight>
              </a:rPr>
              <a:t>[128, 255, 0</a:t>
            </a:r>
            <a:r>
              <a:rPr lang="en-US" altLang="ko-KR" sz="1200">
                <a:highlight>
                  <a:srgbClr val="FFFF00"/>
                </a:highlight>
              </a:rPr>
              <a:t>, 0, 85</a:t>
            </a:r>
            <a:r>
              <a:rPr lang="ko-KR" altLang="ko-KR" sz="1200">
                <a:highlight>
                  <a:srgbClr val="FFFF00"/>
                </a:highlight>
              </a:rPr>
              <a:t>]</a:t>
            </a:r>
            <a:r>
              <a:rPr lang="en-US" altLang="ko-KR" sz="1200">
                <a:highlight>
                  <a:srgbClr val="FFFF00"/>
                </a:highlight>
              </a:rPr>
              <a:t>, </a:t>
            </a:r>
            <a:r>
              <a:rPr lang="ko-KR" altLang="ko-KR" sz="1200">
                <a:highlight>
                  <a:srgbClr val="FFFF00"/>
                </a:highlight>
              </a:rPr>
              <a:t>[128, 255, 0</a:t>
            </a:r>
            <a:r>
              <a:rPr lang="en-US" altLang="ko-KR" sz="1200">
                <a:highlight>
                  <a:srgbClr val="FFFF00"/>
                </a:highlight>
              </a:rPr>
              <a:t>, 0, 170], </a:t>
            </a:r>
            <a:r>
              <a:rPr lang="ko-KR" altLang="ko-KR" sz="1200">
                <a:highlight>
                  <a:srgbClr val="FFFF00"/>
                </a:highlight>
              </a:rPr>
              <a:t>[128, 255, 0</a:t>
            </a:r>
            <a:r>
              <a:rPr lang="en-US" altLang="ko-KR" sz="1200">
                <a:highlight>
                  <a:srgbClr val="FFFF00"/>
                </a:highlight>
              </a:rPr>
              <a:t>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/>
              <a:t>Blue-cyan</a:t>
            </a:r>
            <a:br>
              <a:rPr lang="en-US" altLang="ko-KR" sz="1200"/>
            </a:br>
            <a:r>
              <a:rPr lang="ko-KR" altLang="ko-KR" sz="1200"/>
              <a:t>[0, 128, 255</a:t>
            </a:r>
            <a:r>
              <a:rPr lang="en-US" altLang="ko-KR" sz="1200"/>
              <a:t>0, 85</a:t>
            </a:r>
            <a:r>
              <a:rPr lang="ko-KR" altLang="ko-KR" sz="1200"/>
              <a:t>]</a:t>
            </a:r>
            <a:r>
              <a:rPr lang="en-US" altLang="ko-KR" sz="1200"/>
              <a:t>, </a:t>
            </a:r>
            <a:r>
              <a:rPr lang="ko-KR" altLang="ko-KR" sz="1200"/>
              <a:t>[0</a:t>
            </a:r>
            <a:r>
              <a:rPr lang="ko-KR" altLang="ko-KR" sz="1200">
                <a:highlight>
                  <a:srgbClr val="FFFF00"/>
                </a:highlight>
              </a:rPr>
              <a:t>, 128, 255</a:t>
            </a:r>
            <a:r>
              <a:rPr lang="en-US" altLang="ko-KR" sz="1200">
                <a:highlight>
                  <a:srgbClr val="FFFF00"/>
                </a:highlight>
              </a:rPr>
              <a:t>, 0, 170], </a:t>
            </a:r>
            <a:r>
              <a:rPr lang="ko-KR" altLang="ko-KR" sz="1200"/>
              <a:t>[0, 128, 255</a:t>
            </a:r>
            <a:r>
              <a:rPr lang="en-US" altLang="ko-KR" sz="1200"/>
              <a:t>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Red-ish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ko-KR" altLang="ko-KR" sz="1200">
                <a:highlight>
                  <a:srgbClr val="FFFF00"/>
                </a:highlight>
              </a:rPr>
              <a:t>[255, 128, 128</a:t>
            </a:r>
            <a:r>
              <a:rPr lang="en-US" altLang="ko-KR" sz="1200">
                <a:highlight>
                  <a:srgbClr val="FFFF00"/>
                </a:highlight>
              </a:rPr>
              <a:t>, 0, 85</a:t>
            </a:r>
            <a:r>
              <a:rPr lang="ko-KR" altLang="ko-KR" sz="1200">
                <a:highlight>
                  <a:srgbClr val="FFFF00"/>
                </a:highlight>
              </a:rPr>
              <a:t>]</a:t>
            </a:r>
            <a:r>
              <a:rPr lang="en-US" altLang="ko-KR" sz="1200">
                <a:highlight>
                  <a:srgbClr val="FFFF00"/>
                </a:highlight>
              </a:rPr>
              <a:t>, </a:t>
            </a:r>
            <a:r>
              <a:rPr lang="ko-KR" altLang="ko-KR" sz="1200">
                <a:highlight>
                  <a:srgbClr val="FFFF00"/>
                </a:highlight>
              </a:rPr>
              <a:t>[255, 128, 128</a:t>
            </a:r>
            <a:r>
              <a:rPr lang="en-US" altLang="ko-KR" sz="1200">
                <a:highlight>
                  <a:srgbClr val="FFFF00"/>
                </a:highlight>
              </a:rPr>
              <a:t>, 0, 170], </a:t>
            </a:r>
            <a:r>
              <a:rPr lang="ko-KR" altLang="ko-KR" sz="1200">
                <a:highlight>
                  <a:srgbClr val="FFFF00"/>
                </a:highlight>
              </a:rPr>
              <a:t>[255, 128, 128</a:t>
            </a:r>
            <a:r>
              <a:rPr lang="en-US" altLang="ko-KR" sz="1200">
                <a:highlight>
                  <a:srgbClr val="FFFF00"/>
                </a:highlight>
              </a:rPr>
              <a:t>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/>
              <a:t>Green-ish</a:t>
            </a:r>
            <a:br>
              <a:rPr lang="en-US" altLang="ko-KR" sz="1200"/>
            </a:br>
            <a:r>
              <a:rPr lang="ko-KR" altLang="ko-KR" sz="1200"/>
              <a:t>[128, 255, 128</a:t>
            </a:r>
            <a:r>
              <a:rPr lang="en-US" altLang="ko-KR" sz="1200"/>
              <a:t>, 0, 85</a:t>
            </a:r>
            <a:r>
              <a:rPr lang="ko-KR" altLang="ko-KR" sz="1200"/>
              <a:t>]</a:t>
            </a:r>
            <a:r>
              <a:rPr lang="en-US" altLang="ko-KR" sz="1200"/>
              <a:t>, </a:t>
            </a:r>
            <a:r>
              <a:rPr lang="ko-KR" altLang="ko-KR" sz="1200"/>
              <a:t>[128, 255, 128</a:t>
            </a:r>
            <a:r>
              <a:rPr lang="en-US" altLang="ko-KR" sz="1200"/>
              <a:t>, 0, 170], </a:t>
            </a:r>
            <a:r>
              <a:rPr lang="ko-KR" altLang="ko-KR" sz="1200"/>
              <a:t>[128, 255, 128</a:t>
            </a:r>
            <a:r>
              <a:rPr lang="en-US" altLang="ko-KR" sz="1200"/>
              <a:t>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/>
              <a:t>Blue-ish </a:t>
            </a:r>
            <a:br>
              <a:rPr lang="en-US" altLang="ko-KR" sz="1200"/>
            </a:br>
            <a:r>
              <a:rPr lang="ko-KR" altLang="ko-KR" sz="1200"/>
              <a:t>[128, 128, 255</a:t>
            </a:r>
            <a:r>
              <a:rPr lang="en-US" altLang="ko-KR" sz="1200"/>
              <a:t>, 0, 85</a:t>
            </a:r>
            <a:r>
              <a:rPr lang="ko-KR" altLang="ko-KR" sz="1200"/>
              <a:t>]</a:t>
            </a:r>
            <a:r>
              <a:rPr lang="en-US" altLang="ko-KR" sz="1200"/>
              <a:t>, </a:t>
            </a:r>
            <a:r>
              <a:rPr lang="ko-KR" altLang="ko-KR" sz="1200">
                <a:highlight>
                  <a:srgbClr val="FFFF00"/>
                </a:highlight>
              </a:rPr>
              <a:t>[128, 128, 255</a:t>
            </a:r>
            <a:r>
              <a:rPr lang="en-US" altLang="ko-KR" sz="1200">
                <a:highlight>
                  <a:srgbClr val="FFFF00"/>
                </a:highlight>
              </a:rPr>
              <a:t>, 0, 170], </a:t>
            </a:r>
            <a:r>
              <a:rPr lang="ko-KR" altLang="ko-KR" sz="1200"/>
              <a:t>[128, 128, 255</a:t>
            </a:r>
            <a:r>
              <a:rPr lang="en-US" altLang="ko-KR" sz="1200"/>
              <a:t>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/>
              <a:t>Mixed</a:t>
            </a:r>
            <a:br>
              <a:rPr lang="en-US" altLang="ko-KR" sz="1200"/>
            </a:br>
            <a:r>
              <a:rPr lang="ko-KR" altLang="ko-KR" sz="1200"/>
              <a:t>[255, 128, 64</a:t>
            </a:r>
            <a:r>
              <a:rPr lang="en-US" altLang="ko-KR" sz="1200"/>
              <a:t>, 0, 85</a:t>
            </a:r>
            <a:r>
              <a:rPr lang="ko-KR" altLang="ko-KR" sz="1200"/>
              <a:t>]</a:t>
            </a:r>
            <a:r>
              <a:rPr lang="en-US" altLang="ko-KR" sz="1200"/>
              <a:t>, </a:t>
            </a:r>
            <a:r>
              <a:rPr lang="ko-KR" altLang="ko-KR" sz="1200"/>
              <a:t>[255, 128, 64</a:t>
            </a:r>
            <a:r>
              <a:rPr lang="en-US" altLang="ko-KR" sz="1200"/>
              <a:t>, 0, 170], [</a:t>
            </a:r>
            <a:r>
              <a:rPr lang="ko-KR" altLang="ko-KR" sz="1200"/>
              <a:t>[255, 128, 64</a:t>
            </a:r>
            <a:r>
              <a:rPr lang="en-US" altLang="ko-KR" sz="1200"/>
              <a:t>, 0, 255] </a:t>
            </a:r>
          </a:p>
          <a:p>
            <a:pPr marL="285750" indent="-285750">
              <a:buFontTx/>
              <a:buChar char="-"/>
            </a:pPr>
            <a:endParaRPr lang="en-US" altLang="ko-KR" sz="1200"/>
          </a:p>
          <a:p>
            <a:pPr marL="285750" indent="-285750">
              <a:buFontTx/>
              <a:buChar char="-"/>
            </a:pPr>
            <a:endParaRPr lang="en-US" altLang="ko-KR" sz="1200"/>
          </a:p>
          <a:p>
            <a:r>
              <a:rPr lang="en-US" altLang="ko-KR" sz="1200"/>
              <a:t>2) </a:t>
            </a:r>
            <a:r>
              <a:rPr lang="ko-KR" altLang="en-US" sz="1200"/>
              <a:t>각 </a:t>
            </a:r>
            <a:r>
              <a:rPr lang="en-US" altLang="ko-KR" sz="1200"/>
              <a:t>physical condition</a:t>
            </a:r>
            <a:r>
              <a:rPr lang="ko-KR" altLang="en-US" sz="1200"/>
              <a:t>에 대해 </a:t>
            </a:r>
            <a:r>
              <a:rPr lang="en-US" altLang="ko-KR" sz="1200"/>
              <a:t>target appearance </a:t>
            </a:r>
            <a:r>
              <a:rPr lang="ko-KR" altLang="en-US" sz="1200"/>
              <a:t>만들기</a:t>
            </a:r>
            <a:endParaRPr lang="en-US" altLang="ko-KR" sz="1200"/>
          </a:p>
          <a:p>
            <a:r>
              <a:rPr lang="en-US" altLang="ko-KR" sz="1200"/>
              <a:t>ColorChecker </a:t>
            </a:r>
            <a:r>
              <a:rPr lang="ko-KR" altLang="en-US" sz="1200"/>
              <a:t>촬영 </a:t>
            </a:r>
            <a:endParaRPr lang="en-US" altLang="ko-KR" sz="1200"/>
          </a:p>
          <a:p>
            <a:r>
              <a:rPr lang="en-US" altLang="ko-KR" sz="1200"/>
              <a:t>p1 = [255, 0, 0, 0, 255] </a:t>
            </a:r>
            <a:r>
              <a:rPr lang="ko-KR" altLang="en-US" sz="1200"/>
              <a:t>라면 </a:t>
            </a:r>
            <a:endParaRPr lang="en-US" altLang="ko-KR" sz="1200"/>
          </a:p>
          <a:p>
            <a:r>
              <a:rPr lang="en-US" altLang="ko-KR" sz="1200"/>
              <a:t>24</a:t>
            </a:r>
            <a:r>
              <a:rPr lang="ko-KR" altLang="en-US" sz="1200"/>
              <a:t>개의 </a:t>
            </a:r>
            <a:r>
              <a:rPr lang="en-US" altLang="ko-KR" sz="1200"/>
              <a:t>patch</a:t>
            </a:r>
            <a:r>
              <a:rPr lang="ko-KR" altLang="en-US" sz="1200"/>
              <a:t>에 대한 측정값을</a:t>
            </a:r>
            <a:endParaRPr lang="en-US" altLang="ko-KR" sz="1200"/>
          </a:p>
          <a:p>
            <a:r>
              <a:rPr lang="en-US" altLang="ko-KR" sz="1200"/>
              <a:t>C_p(p1)</a:t>
            </a:r>
            <a:r>
              <a:rPr lang="ko-KR" altLang="en-US" sz="1200"/>
              <a:t>으로 둔다</a:t>
            </a:r>
            <a:r>
              <a:rPr lang="en-US" altLang="ko-KR" sz="1200"/>
              <a:t>. </a:t>
            </a:r>
            <a:r>
              <a:rPr lang="ko-KR" altLang="en-US" sz="1200"/>
              <a:t>이것이 </a:t>
            </a:r>
            <a:r>
              <a:rPr lang="en-US" altLang="ko-KR" sz="1200"/>
              <a:t>target = C_(p1)</a:t>
            </a:r>
          </a:p>
          <a:p>
            <a:r>
              <a:rPr lang="en-US" altLang="ko-KR" sz="1200"/>
              <a:t>3) UE</a:t>
            </a:r>
            <a:r>
              <a:rPr lang="ko-KR" altLang="en-US" sz="1200"/>
              <a:t> </a:t>
            </a:r>
            <a:r>
              <a:rPr lang="en-US" altLang="ko-KR" sz="1200"/>
              <a:t>light</a:t>
            </a:r>
            <a:r>
              <a:rPr lang="ko-KR" altLang="en-US" sz="1200"/>
              <a:t> </a:t>
            </a:r>
            <a:r>
              <a:rPr lang="en-US" altLang="ko-KR" sz="1200"/>
              <a:t>parameter </a:t>
            </a:r>
            <a:r>
              <a:rPr lang="ko-KR" altLang="en-US" sz="1200"/>
              <a:t>최적화하기</a:t>
            </a:r>
            <a:endParaRPr lang="en-US" altLang="ko-KR" sz="1200"/>
          </a:p>
          <a:p>
            <a:r>
              <a:rPr lang="en-US" altLang="ko-KR" sz="1200"/>
              <a:t>UE </a:t>
            </a:r>
            <a:r>
              <a:rPr lang="ko-KR" altLang="en-US" sz="1200"/>
              <a:t>입력에 대해서</a:t>
            </a:r>
            <a:endParaRPr lang="en-US" altLang="ko-KR" sz="1200"/>
          </a:p>
          <a:p>
            <a:r>
              <a:rPr lang="en-US" altLang="ko-KR" sz="1200"/>
              <a:t>V</a:t>
            </a:r>
            <a:r>
              <a:rPr lang="ko-KR" altLang="en-US" sz="1200"/>
              <a:t> </a:t>
            </a:r>
            <a:r>
              <a:rPr lang="en-US" altLang="ko-KR" sz="1200"/>
              <a:t>=</a:t>
            </a:r>
            <a:r>
              <a:rPr lang="ko-KR" altLang="en-US" sz="1200"/>
              <a:t> </a:t>
            </a:r>
            <a:r>
              <a:rPr lang="en-US" altLang="ko-KR" sz="1200"/>
              <a:t>[R_v, G_v, B_v, I_v]</a:t>
            </a:r>
          </a:p>
          <a:p>
            <a:r>
              <a:rPr lang="ko-KR" altLang="en-US" sz="1200"/>
              <a:t>라고 하면</a:t>
            </a:r>
            <a:endParaRPr lang="en-US" altLang="ko-KR" sz="1200"/>
          </a:p>
          <a:p>
            <a:r>
              <a:rPr lang="en-US" altLang="ko-KR" sz="1200"/>
              <a:t>V* = argmin_v</a:t>
            </a:r>
            <a:r>
              <a:rPr lang="ko-KR" altLang="en-US" sz="1200"/>
              <a:t> </a:t>
            </a:r>
            <a:r>
              <a:rPr lang="en-US" altLang="ko-KR" sz="1200"/>
              <a:t>L(C_v(v), C_p(p)) </a:t>
            </a:r>
            <a:r>
              <a:rPr lang="ko-KR" altLang="en-US" sz="1200"/>
              <a:t>인 </a:t>
            </a:r>
            <a:r>
              <a:rPr lang="en-US" altLang="ko-KR" sz="1200"/>
              <a:t>L</a:t>
            </a:r>
            <a:r>
              <a:rPr lang="ko-KR" altLang="en-US" sz="1200"/>
              <a:t>을 찾는다</a:t>
            </a:r>
            <a:r>
              <a:rPr lang="en-US" altLang="ko-KR" sz="1200"/>
              <a:t>.</a:t>
            </a:r>
          </a:p>
          <a:p>
            <a:r>
              <a:rPr lang="ko-KR" altLang="en-US" sz="1200"/>
              <a:t>단 모든 조합에 대해서 직접 찍는 것이 아니라</a:t>
            </a:r>
            <a:r>
              <a:rPr lang="en-US" altLang="ko-KR" sz="1200"/>
              <a:t>, virtual </a:t>
            </a:r>
            <a:r>
              <a:rPr lang="ko-KR" altLang="en-US" sz="1200"/>
              <a:t>조명 또한 조합을 고정해서 탐색을 돌린다</a:t>
            </a:r>
            <a:r>
              <a:rPr lang="en-US" altLang="ko-KR" sz="1200"/>
              <a:t>.</a:t>
            </a:r>
          </a:p>
          <a:p>
            <a:r>
              <a:rPr lang="en-US" altLang="ko-KR" sz="1200"/>
              <a:t>4) </a:t>
            </a:r>
            <a:r>
              <a:rPr lang="ko-KR" altLang="en-US" sz="1200"/>
              <a:t>대응점을 모두 얻으면 </a:t>
            </a:r>
            <a:r>
              <a:rPr lang="en-US" altLang="ko-KR" sz="1200"/>
              <a:t>f(p) = v* </a:t>
            </a:r>
            <a:r>
              <a:rPr lang="ko-KR" altLang="en-US" sz="1200"/>
              <a:t>로 </a:t>
            </a:r>
            <a:r>
              <a:rPr lang="en-US" altLang="ko-KR" sz="1200"/>
              <a:t>fitting</a:t>
            </a:r>
            <a:r>
              <a:rPr lang="ko-KR" altLang="en-US" sz="1200"/>
              <a:t>한다</a:t>
            </a:r>
            <a:r>
              <a:rPr lang="en-US" altLang="ko-KR" sz="1200"/>
              <a:t>.</a:t>
            </a:r>
            <a:r>
              <a:rPr lang="ko-KR" altLang="en-US" sz="1200"/>
              <a:t> </a:t>
            </a:r>
            <a:endParaRPr lang="en-US" altLang="ko-KR" sz="1200"/>
          </a:p>
          <a:p>
            <a:r>
              <a:rPr lang="en-US" altLang="ko-KR" sz="1200"/>
              <a:t>5) Calibration function</a:t>
            </a:r>
            <a:r>
              <a:rPr lang="ko-KR" altLang="en-US" sz="1200"/>
              <a:t>은 단순하게 </a:t>
            </a:r>
            <a:r>
              <a:rPr lang="en-US" altLang="ko-KR" sz="1200"/>
              <a:t>linear regression</a:t>
            </a:r>
            <a:r>
              <a:rPr lang="ko-KR" altLang="en-US" sz="1200"/>
              <a:t>을 한다</a:t>
            </a:r>
            <a:r>
              <a:rPr lang="en-US" altLang="ko-KR" sz="1200"/>
              <a:t>.</a:t>
            </a:r>
          </a:p>
          <a:p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98437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</TotalTime>
  <Words>704</Words>
  <Application>Microsoft Office PowerPoint</Application>
  <PresentationFormat>와이드스크린</PresentationFormat>
  <Paragraphs>32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지민 한</dc:creator>
  <cp:lastModifiedBy>지민 한</cp:lastModifiedBy>
  <cp:revision>25</cp:revision>
  <dcterms:created xsi:type="dcterms:W3CDTF">2026-08-25T09:32:24Z</dcterms:created>
  <dcterms:modified xsi:type="dcterms:W3CDTF">2026-09-02T09:59:03Z</dcterms:modified>
</cp:coreProperties>
</file>