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C83EE-6B75-3DF9-5000-6DE7F2967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183BA4-C622-EEFB-D82B-901503B7B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2CA621-5FCF-922D-4D59-D7DF1ACF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CCCE85-2382-7D29-0699-F776358C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DAD42-551B-4BE9-BA14-FDFC4F77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86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45C43-5B65-1E79-4C9E-6A7770FE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A339E-DDD3-1FDC-4A26-2F6BA0797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F2A0C-115E-2024-4349-9892536B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DA558-4348-A94B-6793-2F1C1A1D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E53786-4218-BA7A-86AA-019CC84E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4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DD896-49FD-C799-F8AF-AE5AC33E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307FBC-B8E1-4734-A605-E17F7840A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DA2FF-83A8-4918-E8B1-205AAA01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9F1E2-452E-4F9C-605B-19070F81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8B2FB-7799-AED2-745F-1F98B88B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17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C400E-2941-6A05-61C6-433B8FAD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63F1EB-50F1-DB52-206E-A763FA44D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7A2E7-DB8B-EAAE-3477-7C2925BCB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235232-9554-4CA2-61A3-CAC49D62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9A066F-6CCB-1337-4A97-80C61B2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20D9B-DFEC-CC00-0CBC-53DFC640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24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95823-5E1C-00AA-BF93-F3DCBAA9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C83F2-6864-623F-3FBB-A62DB0EC6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01ABD3-822D-8FDD-807D-EBE6E83BC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A16F05-667D-B255-73CF-064C55B7C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803FB4-3BCF-0510-4DBE-B52AFA72F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0B6467-AA97-941B-F286-86C276B9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5F4055-3843-4A55-2D53-E02D1A4E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2E66D-0E04-6DF1-5D97-5CB8E407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3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0EA49-2C7B-039F-C0AB-F8A944C2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3063BE-759C-308D-8ABF-5F5177B9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DDE642-050B-8137-FB94-BF6E8149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90C122-E1C5-1E1C-8300-452F3C65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06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79824E-2040-E341-6966-7AA0CE46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CD5217-7EC1-AE7E-BBA7-7004DBC5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FD8DED-948D-6A12-2560-A1E72044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8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265CC-8516-ABFA-D2C5-F2191898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0467F7-EAD3-4DB4-020E-7C9C4D229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FE88FC-0746-B4FD-41F9-8EAB93C64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318826-F893-2254-E820-AB7E2343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16F9D8-F531-33BA-3153-2DDA3E99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129E7D-5F52-3C3C-7628-D1F86417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4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78720-0BA9-F74E-14B9-A0EA6B20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6B1624-409B-D4B1-867E-8E22A4C67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872419-7114-68C5-7BD9-EF83D0FEE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E79B92-8850-47DA-D347-B09A86A1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E6731-2AFE-A66B-0BEE-A8EE0272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11C8D-682C-BE24-079F-311725C6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65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DC668-8C47-B8DD-5FD4-9544AF02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E72A0A-96C4-B802-A193-ED4F0AC7A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477141-4240-F913-B71B-267A67C8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4463C-9557-491E-4072-1A66D6BE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CF4E8-94F0-D7C8-60DB-12784290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47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4B69CC-6CC4-7998-8220-13F0A7985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352C03-3406-2C41-F552-70C3DFB3A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FF73D-2C53-3DD6-D938-E12F16A7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F837E-0BB5-3D1C-9EA6-A97B256F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DE442-43E6-7BFC-D564-DD65F5D7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65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F49C4A-8E01-B31A-D454-57F3A55C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0E59C-B1B0-24A0-3107-A227BA0A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65416-87AB-89A0-BE25-FD8E1C87B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09523-012A-4FD0-904B-354D5A41C033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BCB46-C497-1A5C-DD57-51855898F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28795C-2275-0C0B-A831-75BC995C5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547F1-9091-4CE2-9600-FD9D54DD4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40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8A6CE6-73E5-679F-0FC9-A10D56B01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098BE05-6589-907C-31AD-3944F39F2D16}"/>
              </a:ext>
            </a:extLst>
          </p:cNvPr>
          <p:cNvSpPr/>
          <p:nvPr/>
        </p:nvSpPr>
        <p:spPr>
          <a:xfrm>
            <a:off x="1553105" y="2517732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8DF1D90-4238-571B-9CB4-BD6AB8CF05DD}"/>
              </a:ext>
            </a:extLst>
          </p:cNvPr>
          <p:cNvCxnSpPr>
            <a:cxnSpLocks/>
          </p:cNvCxnSpPr>
          <p:nvPr/>
        </p:nvCxnSpPr>
        <p:spPr>
          <a:xfrm flipH="1">
            <a:off x="1750390" y="695195"/>
            <a:ext cx="5408235" cy="2022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8847BF4F-F00F-77E4-BDA8-D2ABD97C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462" y="171738"/>
            <a:ext cx="6362538" cy="254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87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F36E9-C98E-1877-551F-566E2A67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B665C3-20D8-DD93-A8DF-2CBE8EA8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D8FD5C3-576F-A648-2F1E-259F965467C3}"/>
              </a:ext>
            </a:extLst>
          </p:cNvPr>
          <p:cNvSpPr/>
          <p:nvPr/>
        </p:nvSpPr>
        <p:spPr>
          <a:xfrm>
            <a:off x="2573976" y="2530258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07C1572-4D8D-7B73-9CD4-02B6B6AF5779}"/>
              </a:ext>
            </a:extLst>
          </p:cNvPr>
          <p:cNvCxnSpPr>
            <a:cxnSpLocks/>
          </p:cNvCxnSpPr>
          <p:nvPr/>
        </p:nvCxnSpPr>
        <p:spPr>
          <a:xfrm flipH="1">
            <a:off x="2771261" y="707721"/>
            <a:ext cx="5408235" cy="2022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013426D-3190-81BF-5ABA-B418E627B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96" y="370469"/>
            <a:ext cx="5790884" cy="236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5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A43E-12FF-70A0-48C0-9D9F40BF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9BE2682-AA3C-D6C7-84D8-09143BBC5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C4D0F1F-B75C-10FB-5957-5EAEA6F7072F}"/>
              </a:ext>
            </a:extLst>
          </p:cNvPr>
          <p:cNvSpPr/>
          <p:nvPr/>
        </p:nvSpPr>
        <p:spPr>
          <a:xfrm>
            <a:off x="3056229" y="2530258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7E9ABBF-99F5-0123-9F1B-DCDB4AB654F0}"/>
              </a:ext>
            </a:extLst>
          </p:cNvPr>
          <p:cNvCxnSpPr>
            <a:cxnSpLocks/>
          </p:cNvCxnSpPr>
          <p:nvPr/>
        </p:nvCxnSpPr>
        <p:spPr>
          <a:xfrm flipH="1">
            <a:off x="3253514" y="707721"/>
            <a:ext cx="5408235" cy="2022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C3D8FEA-4DBE-2D48-3ADC-EE211A81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65" y="148549"/>
            <a:ext cx="5715798" cy="22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1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0B14-ABC1-D55F-F98F-02FA7453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C911B6-5AB4-AC45-8362-9E3A27F5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89178EC-E83F-898D-5016-6D76DC09C6CE}"/>
              </a:ext>
            </a:extLst>
          </p:cNvPr>
          <p:cNvSpPr/>
          <p:nvPr/>
        </p:nvSpPr>
        <p:spPr>
          <a:xfrm>
            <a:off x="3983155" y="2530258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7E6845F-44E3-5340-E3A7-00A5C992D36C}"/>
              </a:ext>
            </a:extLst>
          </p:cNvPr>
          <p:cNvCxnSpPr>
            <a:cxnSpLocks/>
          </p:cNvCxnSpPr>
          <p:nvPr/>
        </p:nvCxnSpPr>
        <p:spPr>
          <a:xfrm flipH="1">
            <a:off x="4180440" y="707721"/>
            <a:ext cx="5408235" cy="2022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F8F311D-48E7-3E9E-EC01-0C11F4BFD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40" y="247711"/>
            <a:ext cx="5715799" cy="22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E707-2048-B511-2482-2F784686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1429414-84CA-9FEB-998D-570125BC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EB44C0B-0BBB-7A0E-DD9A-69CF8B190CA4}"/>
              </a:ext>
            </a:extLst>
          </p:cNvPr>
          <p:cNvSpPr/>
          <p:nvPr/>
        </p:nvSpPr>
        <p:spPr>
          <a:xfrm>
            <a:off x="1559369" y="1967187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0C21EBE-00A4-C165-0C24-48FEE9A14CC3}"/>
              </a:ext>
            </a:extLst>
          </p:cNvPr>
          <p:cNvCxnSpPr>
            <a:cxnSpLocks/>
          </p:cNvCxnSpPr>
          <p:nvPr/>
        </p:nvCxnSpPr>
        <p:spPr>
          <a:xfrm flipH="1">
            <a:off x="1756654" y="958241"/>
            <a:ext cx="5383182" cy="1209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2F371E6E-D0E8-B1DE-8F4E-4E5EB461D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510" y="293075"/>
            <a:ext cx="6048792" cy="239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7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6CBB-325F-D828-744A-B95AD5A7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F4BB87-B6CF-0D25-98C3-9C7D3C95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77DA0B-A0C6-E24E-D919-362ED37856D3}"/>
              </a:ext>
            </a:extLst>
          </p:cNvPr>
          <p:cNvSpPr/>
          <p:nvPr/>
        </p:nvSpPr>
        <p:spPr>
          <a:xfrm>
            <a:off x="2085462" y="1967187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9CD2E3E-A5A1-3070-DFDC-33EBF704A10B}"/>
              </a:ext>
            </a:extLst>
          </p:cNvPr>
          <p:cNvCxnSpPr>
            <a:cxnSpLocks/>
          </p:cNvCxnSpPr>
          <p:nvPr/>
        </p:nvCxnSpPr>
        <p:spPr>
          <a:xfrm flipH="1">
            <a:off x="2282747" y="958241"/>
            <a:ext cx="5383182" cy="1209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0D55832-51FD-D703-3E5D-C6E1CAA6A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919" y="230493"/>
            <a:ext cx="5588440" cy="228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8BD8-C9E9-C846-336D-B5840EAA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091AE7-82F0-F22C-ED61-50F71BBE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798" cy="3934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6BB35B2-FD2F-4303-85B2-0E2E7DED5B23}"/>
              </a:ext>
            </a:extLst>
          </p:cNvPr>
          <p:cNvSpPr/>
          <p:nvPr/>
        </p:nvSpPr>
        <p:spPr>
          <a:xfrm>
            <a:off x="2573977" y="2004765"/>
            <a:ext cx="394570" cy="40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BF8E234-BE44-5F6B-105D-5A326779D24F}"/>
              </a:ext>
            </a:extLst>
          </p:cNvPr>
          <p:cNvCxnSpPr>
            <a:cxnSpLocks/>
          </p:cNvCxnSpPr>
          <p:nvPr/>
        </p:nvCxnSpPr>
        <p:spPr>
          <a:xfrm flipH="1">
            <a:off x="2771262" y="995819"/>
            <a:ext cx="5383182" cy="1209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4738DFF-73C2-8349-C1EF-3241B7C9D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051" y="269591"/>
            <a:ext cx="5481162" cy="22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6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C834-58D4-C86F-FDFD-E0394045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542D8F1-5474-6BCA-EBA3-EF182BEAB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22" y="364625"/>
            <a:ext cx="10895556" cy="6128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5AF5D8-541C-DD72-4D1D-AD5070FAE588}"/>
              </a:ext>
            </a:extLst>
          </p:cNvPr>
          <p:cNvSpPr txBox="1"/>
          <p:nvPr/>
        </p:nvSpPr>
        <p:spPr>
          <a:xfrm>
            <a:off x="839244" y="6493375"/>
            <a:ext cx="698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R: 255, G:0, B:0, Intensity: 255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</Words>
  <Application>Microsoft Office PowerPoint</Application>
  <PresentationFormat>와이드스크린</PresentationFormat>
  <Paragraphs>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지민 한</dc:creator>
  <cp:lastModifiedBy>지민 한</cp:lastModifiedBy>
  <cp:revision>12</cp:revision>
  <dcterms:created xsi:type="dcterms:W3CDTF">2026-08-25T09:32:24Z</dcterms:created>
  <dcterms:modified xsi:type="dcterms:W3CDTF">2026-08-25T09:45:43Z</dcterms:modified>
</cp:coreProperties>
</file>