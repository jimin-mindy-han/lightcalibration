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8AB0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150" d="100"/>
          <a:sy n="150" d="100"/>
        </p:scale>
        <p:origin x="-24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6408EE-E9B2-B80D-A907-89E732EF7F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2EB2B95-48F7-940C-EB21-08B1A639D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28A30E-0E1E-7FFF-17DC-549E118F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2708A-332D-4266-AF23-72AD84C194B5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CB9478-2E17-2B41-0C2F-9C4FE70DC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018DCD-7575-3670-5CB1-0A82DC0E4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4C1C8-5F3C-4799-B34A-1554D26D4A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87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A6E4CB-5A18-03B0-A9DA-B6DAA5C9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98A281-D70C-42AC-1BB9-E2CA39F1C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0992A6-D9A4-B8DC-CAEE-D5F07CC35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2708A-332D-4266-AF23-72AD84C194B5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98719B-36CF-D36F-1295-3033EEEE3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508C4C-A001-1C16-5805-F8EB8C5F8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4C1C8-5F3C-4799-B34A-1554D26D4A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446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C07C16-A6D1-FAA5-458E-84FC01871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572011-19FA-06A9-75DC-78FACFA6D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434CD1-BDBF-C33E-3763-CE62AAB06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2708A-332D-4266-AF23-72AD84C194B5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26A3FB-5E33-7847-636C-E5E02148C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AD1B86-B2EA-CD02-7CDF-F2ADEE941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4C1C8-5F3C-4799-B34A-1554D26D4A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172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26889F-9E0B-9D69-4A4A-60C8F11C8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25AF51-32A5-EDFD-0865-042F41EB8F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9EC188-62DD-C763-2CD7-1AE1B3D61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1EADE9-D5B4-F04D-B0A4-22A7E7525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2708A-332D-4266-AF23-72AD84C194B5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8EE6B8-234C-6973-722E-7F0190EF6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A3587C-4547-A14D-9FA5-76D5743C9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4C1C8-5F3C-4799-B34A-1554D26D4A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487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DDBE0-DE0A-63A0-92DA-103047E03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3075D9-E680-1F76-EF0E-F14372879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33C70D-DF45-50A4-CBEF-2173EB251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52B2CD9-2C1F-3D8C-77AA-1BEED0E804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43AEAC7-380E-39D8-07C0-3642EC99E0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0992CC2-F5D4-F3FD-8A12-7F76B0207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2708A-332D-4266-AF23-72AD84C194B5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3CCFFD1-588E-E8AB-CDBD-0DBBFCB57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2835B7C-6080-3D1D-BCBA-13C50EFE4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4C1C8-5F3C-4799-B34A-1554D26D4A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587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B515C3-D5E7-3EDF-2B1E-3A7B8186D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A8725CE-D460-296B-AE3F-C90F0EF99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2708A-332D-4266-AF23-72AD84C194B5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0818841-15EE-2017-FAE8-3B4DE14A6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EE0A1D-64D9-0F89-4EB4-6B6D49CB7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4C1C8-5F3C-4799-B34A-1554D26D4A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541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8E29488-C7B1-CFA3-98CF-35520C4A1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2708A-332D-4266-AF23-72AD84C194B5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0C8A822-C0C4-3060-866B-8F85EA21E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A7E0A8-079C-E4EC-C947-7BC120EF4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4C1C8-5F3C-4799-B34A-1554D26D4A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0725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B32B8A-8FFD-44DD-0517-1424FD384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3257F2-E1E1-73A3-FA34-1092313A8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47B79F-5301-5383-BB34-822612A75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8B1E23-7DBC-6241-7F4C-42E8A0F08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2708A-332D-4266-AF23-72AD84C194B5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63024E-E50C-D49A-8BE5-40BB6E388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02D3E5-F3A0-7A4A-CE8F-F01D361C6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4C1C8-5F3C-4799-B34A-1554D26D4A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657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7E604F-81F1-3677-02F0-E0ACA0F25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4261174-A268-A5A7-8223-8970220C1D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4D8656-706A-6BA5-3757-5958168778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D6B8DA-0730-013C-23FD-C3DAE9920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2708A-332D-4266-AF23-72AD84C194B5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0D2DFB-B9A9-BCE9-998E-088093DE0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3479AF-8D3F-DF9E-F692-E32D1F25A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4C1C8-5F3C-4799-B34A-1554D26D4A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9073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E6756B-1626-422B-6275-059CA5DDA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4E87E7-0EDB-DEBD-4857-5A884B49E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9C5269-1759-82F6-0CCD-8C8781184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2708A-332D-4266-AF23-72AD84C194B5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224CF0-1F98-32DA-6A9C-86A71ECBB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BA0F40-2C81-0F57-9960-5CE5F99F9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4C1C8-5F3C-4799-B34A-1554D26D4A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6496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C52FDEB-4066-7D23-E59E-4A97B8D0A4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5DE82DC-99A7-34A6-5032-5DF206D76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D32AF2-9869-9641-0930-3F5E22E0F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2708A-332D-4266-AF23-72AD84C194B5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5050AB-49F9-C415-4FD3-19A6FD429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3C2EDC-E1FA-CF2B-1D04-C4AE00947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4C1C8-5F3C-4799-B34A-1554D26D4A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54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7FB06A2-5041-37EC-3B6B-83D21565D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CE313D-8BD2-DB71-4180-93B1AE413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9962AB-5751-C5A2-4D34-DA6DFDEEF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22708A-332D-4266-AF23-72AD84C194B5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06897F-8959-6549-9614-B41949FA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40CEDE-51C4-627A-623F-E080E8F1A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44C1C8-5F3C-4799-B34A-1554D26D4A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041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DB91CB8-ED0A-68A0-0758-B522D7E44F48}"/>
              </a:ext>
            </a:extLst>
          </p:cNvPr>
          <p:cNvCxnSpPr/>
          <p:nvPr/>
        </p:nvCxnSpPr>
        <p:spPr>
          <a:xfrm>
            <a:off x="2737334" y="2968869"/>
            <a:ext cx="5627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373DEE0-AD35-72B0-C8FA-7030371B48C6}"/>
              </a:ext>
            </a:extLst>
          </p:cNvPr>
          <p:cNvSpPr/>
          <p:nvPr/>
        </p:nvSpPr>
        <p:spPr>
          <a:xfrm>
            <a:off x="5131050" y="3026751"/>
            <a:ext cx="1195751" cy="92026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Error Calculation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170855F-3AE1-9360-C3EF-F011A793FCE6}"/>
              </a:ext>
            </a:extLst>
          </p:cNvPr>
          <p:cNvSpPr/>
          <p:nvPr/>
        </p:nvSpPr>
        <p:spPr>
          <a:xfrm>
            <a:off x="797168" y="2508738"/>
            <a:ext cx="2145324" cy="92026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Physical ColorChecker Capture</a:t>
            </a:r>
            <a:endParaRPr lang="ko-KR" altLang="en-US" sz="1400">
              <a:solidFill>
                <a:schemeClr val="tx1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E96AF70-B454-A0BB-008A-3D501A8A3558}"/>
              </a:ext>
            </a:extLst>
          </p:cNvPr>
          <p:cNvCxnSpPr/>
          <p:nvPr/>
        </p:nvCxnSpPr>
        <p:spPr>
          <a:xfrm>
            <a:off x="2737334" y="4000500"/>
            <a:ext cx="5627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596EB63-6F32-858D-EFE7-DA7931FC620B}"/>
              </a:ext>
            </a:extLst>
          </p:cNvPr>
          <p:cNvSpPr/>
          <p:nvPr/>
        </p:nvSpPr>
        <p:spPr>
          <a:xfrm>
            <a:off x="797168" y="3540369"/>
            <a:ext cx="2145324" cy="92026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Virtual ColorChecker Capture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5F48A88-1622-C6D4-255E-A7397FD67600}"/>
              </a:ext>
            </a:extLst>
          </p:cNvPr>
          <p:cNvSpPr/>
          <p:nvPr/>
        </p:nvSpPr>
        <p:spPr>
          <a:xfrm>
            <a:off x="6673384" y="3026751"/>
            <a:ext cx="1055075" cy="92026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Optimal Pair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2296D44-E896-9746-FF1D-E88A1A37ABFB}"/>
              </a:ext>
            </a:extLst>
          </p:cNvPr>
          <p:cNvSpPr/>
          <p:nvPr/>
        </p:nvSpPr>
        <p:spPr>
          <a:xfrm>
            <a:off x="3911098" y="2968869"/>
            <a:ext cx="873369" cy="1031631"/>
          </a:xfrm>
          <a:prstGeom prst="rect">
            <a:avLst/>
          </a:prstGeom>
          <a:noFill/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8CEA814-F872-326E-A318-7D4EEDFF7FAC}"/>
              </a:ext>
            </a:extLst>
          </p:cNvPr>
          <p:cNvSpPr/>
          <p:nvPr/>
        </p:nvSpPr>
        <p:spPr>
          <a:xfrm>
            <a:off x="3560158" y="3036276"/>
            <a:ext cx="873369" cy="9202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E394F4D-3DE7-D4FC-C9BD-DF63B3D424DB}"/>
              </a:ext>
            </a:extLst>
          </p:cNvPr>
          <p:cNvSpPr/>
          <p:nvPr/>
        </p:nvSpPr>
        <p:spPr>
          <a:xfrm>
            <a:off x="3292712" y="2508738"/>
            <a:ext cx="1220672" cy="92026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XYZ Conversion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8567AA2-E849-2F7E-890B-86D7D3870E88}"/>
              </a:ext>
            </a:extLst>
          </p:cNvPr>
          <p:cNvSpPr/>
          <p:nvPr/>
        </p:nvSpPr>
        <p:spPr>
          <a:xfrm>
            <a:off x="3292712" y="3540369"/>
            <a:ext cx="1220672" cy="92026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XYZ Conversion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BA114C4-88E8-8075-5BFA-31F4BB502620}"/>
              </a:ext>
            </a:extLst>
          </p:cNvPr>
          <p:cNvSpPr/>
          <p:nvPr/>
        </p:nvSpPr>
        <p:spPr>
          <a:xfrm>
            <a:off x="8075042" y="3036276"/>
            <a:ext cx="1336435" cy="92026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Calibration Matrix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9CB44BF-65CF-3285-DE61-10C89CEDB757}"/>
              </a:ext>
            </a:extLst>
          </p:cNvPr>
          <p:cNvSpPr/>
          <p:nvPr/>
        </p:nvSpPr>
        <p:spPr>
          <a:xfrm>
            <a:off x="9763169" y="3026751"/>
            <a:ext cx="1336435" cy="92026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Validation</a:t>
            </a:r>
            <a:endParaRPr lang="ko-KR" altLang="en-US" sz="1400">
              <a:solidFill>
                <a:schemeClr val="tx1"/>
              </a:solidFill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0AB3EA93-1122-F78B-931D-A2104679A806}"/>
              </a:ext>
            </a:extLst>
          </p:cNvPr>
          <p:cNvCxnSpPr>
            <a:cxnSpLocks/>
          </p:cNvCxnSpPr>
          <p:nvPr/>
        </p:nvCxnSpPr>
        <p:spPr>
          <a:xfrm>
            <a:off x="4793459" y="3466513"/>
            <a:ext cx="311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7B053BF0-18F6-67AA-D900-4FAA62CAD724}"/>
              </a:ext>
            </a:extLst>
          </p:cNvPr>
          <p:cNvCxnSpPr>
            <a:cxnSpLocks/>
          </p:cNvCxnSpPr>
          <p:nvPr/>
        </p:nvCxnSpPr>
        <p:spPr>
          <a:xfrm>
            <a:off x="6326801" y="3453226"/>
            <a:ext cx="311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D0814F5-994F-49FC-BB48-85451615062B}"/>
              </a:ext>
            </a:extLst>
          </p:cNvPr>
          <p:cNvCxnSpPr>
            <a:cxnSpLocks/>
          </p:cNvCxnSpPr>
          <p:nvPr/>
        </p:nvCxnSpPr>
        <p:spPr>
          <a:xfrm>
            <a:off x="7728459" y="3429000"/>
            <a:ext cx="311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F5F11770-344B-4033-C517-B9E6AF4A13AB}"/>
              </a:ext>
            </a:extLst>
          </p:cNvPr>
          <p:cNvCxnSpPr>
            <a:cxnSpLocks/>
          </p:cNvCxnSpPr>
          <p:nvPr/>
        </p:nvCxnSpPr>
        <p:spPr>
          <a:xfrm>
            <a:off x="9411477" y="3429000"/>
            <a:ext cx="311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319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와이드스크린</PresentationFormat>
  <Paragraphs>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지민 한</dc:creator>
  <cp:lastModifiedBy>지민 한</cp:lastModifiedBy>
  <cp:revision>1</cp:revision>
  <dcterms:created xsi:type="dcterms:W3CDTF">2026-09-07T09:12:22Z</dcterms:created>
  <dcterms:modified xsi:type="dcterms:W3CDTF">2026-09-07T09:12:22Z</dcterms:modified>
</cp:coreProperties>
</file>